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101A3F-326B-41E2-8D69-08054954DF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33CABE-5CB5-49DE-A40D-6F6360943A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65BB14-7B9F-4C64-80C9-AA928B23B0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A3B1F2-5574-496C-818A-43B93A5DD9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A32A5B-068D-4645-B70F-A42FA85657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54BBA5-1C5F-405A-8256-B5CCE5C523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238645-D753-4E04-A54B-A329527387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BEA214-31DB-4EC9-A68A-9D808B3127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5BC60C-CC29-4839-AA9D-130794C595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MD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MD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MD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MD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42577F6-2432-41E7-BE2F-1624EA9853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MD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MD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DC546B-E941-4568-BF87-935A9D6B92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b="0" lang="ru-MD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Fres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3040" y="696600"/>
            <a:ext cx="7837200" cy="30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53040" y="4005720"/>
            <a:ext cx="6204600" cy="31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53040" y="696600"/>
            <a:ext cx="7837200" cy="30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53040" y="4005720"/>
            <a:ext cx="6204600" cy="31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MD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MD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29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Типы требований к программному обеспечению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11120" y="2520000"/>
            <a:ext cx="8228880" cy="18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Функциональные и нефункциональные требования, их важность и влияние на архитектуру настольного приложения.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5603760" y="4140000"/>
            <a:ext cx="2676240" cy="25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Функциональные требования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30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Определяют, что должна делать программа.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Описывают функции, действия и логические процессы системы.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Являются основой кода и интерфейса приложения.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5040000" y="4397040"/>
            <a:ext cx="3838680" cy="226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Примеры функциональных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Банковское приложение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переводы между счетами.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Приложение управления: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добавление, изменение и удаление продуктов.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Образовательная система: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отображение оценок и отчёты.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Программа бухгалтерии: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расчёт НДС и экспорт PDF.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Типы функциональных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Ввод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какие данные вводит пользователь (например, регистрационная форма).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Обработка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как обрабатываются данные (например, проверка пароля).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Вывод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результат обработки (например, отображение счёта или графика).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5715000" y="4860000"/>
            <a:ext cx="31050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Нефункциональные требования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Определяют,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как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должна работать программа.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Включают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производительность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качество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безопасность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удобство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совместимость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и т.д.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Влияют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на опыт пользователя и стабильность приложения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037920" y="4860000"/>
            <a:ext cx="2962080" cy="187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Примеры нефункциональных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Производительность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ответ ≤2 сек.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Безопасность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пароли зашифрованы.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Надёжность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99,9% времени доступно.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Портативность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Windows, macOS, Linux.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Удобство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интуитивный интерфейс.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Масштабируемость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10.000 пользователей одновременно.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Другие важные категории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Обслуживание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автоматические обновления.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Законные требования: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соблюдение GDPR.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Совместимость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взаимодействие с другими системами (API).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700000" y="4268160"/>
            <a:ext cx="3333600" cy="258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Важность правильно определённых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Требования являются фундаментом проекта.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Если они неполные или неоднозначные, последующие этапы пострадают.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5629320" y="3780000"/>
            <a:ext cx="351468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Последствия неправильных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Продукт не соответствует ожиданиям.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Дополнительные расходы и время.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Плохая коммуникация между командой и клиентом.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860000" y="3420000"/>
            <a:ext cx="396000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Решения для корректных требований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 2" charset="2"/>
              <a:buChar char="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Интервью и обсуждения с пользователями.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 2" charset="2"/>
              <a:buChar char="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Создание документа SRS.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 2" charset="2"/>
              <a:buChar char=""/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Проверка требований с заказчиком до реализации.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808200" y="3780000"/>
            <a:ext cx="2971800" cy="292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Влияние требований на архитектуру ПО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3560" y="2160000"/>
            <a:ext cx="8506080" cy="28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Определяет структуру системы, используемые технологии и взаимодействие компонентов.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515880" y="3780000"/>
            <a:ext cx="2724120" cy="302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40000" y="2973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Практические примеры влияния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60000"/>
            <a:ext cx="8228880" cy="52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Функциональные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онлайн-заказы → отдельные модули для склада, корзины и оплаты.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Нефункциональные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10.000 пользователей → распределённые серверы, балансировка нагрузки.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Безопасность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зашифрованные данные → модули шифрования и аутентификации.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Совместимость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мультиплатформа → Electron/Qt/JavaFX.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MD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Заключение</a:t>
            </a:r>
            <a:endParaRPr b="0" lang="ru-MD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440000"/>
            <a:ext cx="8228880" cy="46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Правильные требования гарантируют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стабильную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и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масштабируемую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архитектуру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эффективный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процесс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разработки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и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продукт,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соответствующий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ru-MD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потребностям</a:t>
            </a:r>
            <a:r>
              <a:rPr b="0" lang="ru-MD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пользователя.</a:t>
            </a:r>
            <a:endParaRPr b="0" lang="ru-MD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528360" y="4449600"/>
            <a:ext cx="2771640" cy="221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LibreOffice/25.2.5.2$Windows_X86_64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ru-MD</dc:language>
  <cp:lastModifiedBy>Natalia  Gairunova</cp:lastModifiedBy>
  <dcterms:modified xsi:type="dcterms:W3CDTF">2025-10-09T09:22:30Z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